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18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56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800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49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62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44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07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374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825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94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49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702F949-6EBE-458F-99E5-468E70BE328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A95CBCC-5AE2-4C8C-A630-607CF74D5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59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1c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E9CAB-4039-01CC-6B40-39B58BCD82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600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ПМ.04 Сопровождение и обслуживание программного обеспечения компьютерных</a:t>
            </a:r>
            <a:endParaRPr lang="ru-RU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50135B3-6831-1B41-946C-0A27BFA16571}"/>
              </a:ext>
            </a:extLst>
          </p:cNvPr>
          <p:cNvSpPr txBox="1">
            <a:spLocks/>
          </p:cNvSpPr>
          <p:nvPr/>
        </p:nvSpPr>
        <p:spPr>
          <a:xfrm>
            <a:off x="2291080" y="-975697"/>
            <a:ext cx="11577320" cy="27232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2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0F11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СЛОБОДСКОЙ КОЛЛЕДЖ ПЕДАГОГИКИ И </a:t>
            </a:r>
            <a:r>
              <a:rPr lang="ru-RU" sz="1800" dirty="0" err="1">
                <a:solidFill>
                  <a:srgbClr val="0F11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СОЦиальных</a:t>
            </a:r>
            <a:r>
              <a:rPr lang="ru-RU" sz="1800" dirty="0">
                <a:solidFill>
                  <a:srgbClr val="0F11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ОТНОЩЕИИЙ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7303F84-2A71-E625-14ED-2EDEC85C6CE2}"/>
              </a:ext>
            </a:extLst>
          </p:cNvPr>
          <p:cNvSpPr txBox="1">
            <a:spLocks/>
          </p:cNvSpPr>
          <p:nvPr/>
        </p:nvSpPr>
        <p:spPr>
          <a:xfrm>
            <a:off x="838200" y="3311823"/>
            <a:ext cx="11577320" cy="27232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2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0F11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Выполнил: Баранцев Евгений Дмитриевич</a:t>
            </a:r>
          </a:p>
          <a:p>
            <a:r>
              <a:rPr lang="ru-RU" sz="1800" dirty="0">
                <a:solidFill>
                  <a:srgbClr val="0F11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Руководитель: </a:t>
            </a:r>
            <a:r>
              <a:rPr lang="ru-RU" sz="1800" dirty="0" err="1">
                <a:solidFill>
                  <a:srgbClr val="0F11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Пентин</a:t>
            </a:r>
            <a:r>
              <a:rPr lang="ru-RU" sz="1800" dirty="0">
                <a:solidFill>
                  <a:srgbClr val="0F11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F11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николай</a:t>
            </a:r>
            <a:r>
              <a:rPr lang="ru-RU" sz="1800" dirty="0">
                <a:solidFill>
                  <a:srgbClr val="0F11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F11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сергеевич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856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56EF0-2BE9-35EC-5710-542B21BBC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Цели практики и инструментарий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273CA1-044F-49D1-0770-D8925CB92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Виртуализация и установка ОС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VirtualBox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Ubuntu, РЕД ОС, Windows)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Администрирование серверных систем (Ubuntu Server,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Openmediavault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Разработка и тестирование в среде 1С:Предприятие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Управление версиями и совместная работа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GitLab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Развёртывание веб-сервисов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Docker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WordPress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API)</a:t>
            </a:r>
            <a:b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b="1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Задачи: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освоить полный цикл установки, настройки и доработки ПО</a:t>
            </a:r>
          </a:p>
        </p:txBody>
      </p:sp>
    </p:spTree>
    <p:extLst>
      <p:ext uri="{BB962C8B-B14F-4D97-AF65-F5344CB8AC3E}">
        <p14:creationId xmlns:p14="http://schemas.microsoft.com/office/powerpoint/2010/main" val="138630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6F5DCD-CECB-EBA1-83AC-75A8FEB3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Создание виртуальной машины и ОС Ubuntu 22.04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D122F0-31CD-3F6C-2BE5-7A0906A66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Установлен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Oracle VirtualBox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Создана ВМ: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Ubuntu_22.04_Practice, 4 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ГБ ОЗУ, 50 ГБ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VDI, 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сеть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Изучены системные требования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Ubuntu, 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скачан официальный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Произведена установка: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English, 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раскладка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US+RU, 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вся дисковая разметка, учётная запись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Установлены дополнения гостевой ОС (общий буфер, авто-разрешение экрана)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Подготовлен список базового ПО для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Windows 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Linux (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архиваторы, браузеры, офис,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PDF, 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антивирус)</a:t>
            </a:r>
          </a:p>
        </p:txBody>
      </p:sp>
    </p:spTree>
    <p:extLst>
      <p:ext uri="{BB962C8B-B14F-4D97-AF65-F5344CB8AC3E}">
        <p14:creationId xmlns:p14="http://schemas.microsoft.com/office/powerpoint/2010/main" val="37289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3DE51-DEEA-3D6B-A19F-C493E643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Установка отечественной ОС и средств разработки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A74F9E-4E99-F087-62DA-39556E5DC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Создана ВМ, установлена РЕД ОС с официального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Подключены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Guest Additions, 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доустановлены пакеты сборки ядра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Установлены из репозиториев: 7-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Zip, Chrome/Firefox, LibreOffice, Evince,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ClamAV</a:t>
            </a:r>
            <a:endParaRPr lang="en-US" b="0" i="0" dirty="0">
              <a:solidFill>
                <a:srgbClr val="0F111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Добавлены среды разработки: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VS Code (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репозиторий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Microsoft)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С:Предприятие и РЕД База Данных (подготовка)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Инициализирован локальный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Git-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репозиторий, первый коммит и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 </a:t>
            </a:r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GitLab</a:t>
            </a:r>
          </a:p>
        </p:txBody>
      </p:sp>
    </p:spTree>
    <p:extLst>
      <p:ext uri="{BB962C8B-B14F-4D97-AF65-F5344CB8AC3E}">
        <p14:creationId xmlns:p14="http://schemas.microsoft.com/office/powerpoint/2010/main" val="106170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6B912-53F7-C085-2BE7-3FB7A1E9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Платформа 1С:Предприятие и лицензия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8DCAD0-5670-FBA4-4AB1-B20F3663C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Зарегистрирована учётная запись на </a:t>
            </a:r>
            <a:r>
              <a:rPr lang="ru-RU" b="0" i="0" u="none" strike="noStrike" dirty="0">
                <a:solidFill>
                  <a:srgbClr val="3964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developer.1c.ru</a:t>
            </a:r>
            <a:endParaRPr lang="ru-RU" b="0" i="0" dirty="0">
              <a:solidFill>
                <a:srgbClr val="0F111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Загружен и распакован дистрибутив версии 8.3.24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Выполнена полная установка (сервер, клиент, веб-расширение)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Через утилиту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ring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получена бесплатная комьюнити-лицензия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Доработана канбан-доска в 1С (скриншот подтверждения)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775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165341-3D39-97A3-01FC-908932A2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Управление версиями и доработка модуля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41B5F9-C7A2-3505-65FC-362B5A95B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Аккаунт на </a:t>
            </a:r>
            <a:r>
              <a:rPr lang="ru-RU" b="0" i="0" u="none" strike="noStrike" dirty="0">
                <a:solidFill>
                  <a:srgbClr val="3964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gitlab.com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проект practice-1c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Практика операций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работа с ветками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Два способа выгрузки конфигурации в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Напрямую через XML/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mdo</a:t>
            </a:r>
            <a:endParaRPr lang="ru-RU" b="0" i="0" dirty="0">
              <a:solidFill>
                <a:srgbClr val="0F111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Через скрипты синхронизации хранилища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Доработан модуль «Покупки партнёра»: CRUD-операции для регистра «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ИсторияПокупок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», вывод по партнёру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Разработано 5 модульных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тестов, успешно пройдены (скриншот)</a:t>
            </a:r>
          </a:p>
        </p:txBody>
      </p:sp>
    </p:spTree>
    <p:extLst>
      <p:ext uri="{BB962C8B-B14F-4D97-AF65-F5344CB8AC3E}">
        <p14:creationId xmlns:p14="http://schemas.microsoft.com/office/powerpoint/2010/main" val="388942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611BE6-742C-A848-03D6-F21C58FD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Документирование и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Openmediavault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FE57E2-0130-5F5D-BE0F-623590781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Построена блок-схема алгоритма обработки запроса «История покупок партнёра»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На отдельной ВМ установлен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openmediavault</a:t>
            </a:r>
            <a:endParaRPr lang="ru-RU" b="0" i="0" dirty="0">
              <a:solidFill>
                <a:srgbClr val="0F111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Настроен SMB/CIFS, загружены файлы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docx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pdf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jpg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mp4, проверен доступ с гостевой машины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Составлено краткое руководство по установке OMV</a:t>
            </a:r>
            <a:b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b="1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Сравнительная таблица гостевых ОС:</a:t>
            </a:r>
            <a:endParaRPr lang="ru-RU" b="0" i="0" dirty="0">
              <a:solidFill>
                <a:srgbClr val="0F111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РЕД ОС: ядро Linux, отечественная проприетарная, реестр ПО, поддержка 1С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нативно</a:t>
            </a:r>
            <a:endParaRPr lang="ru-RU" b="0" i="0" dirty="0">
              <a:solidFill>
                <a:srgbClr val="0F111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Windows 10/11: ядро NT, проприетарная, широкое применение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Ubuntu 22.04: свободная GPL, минимальные требования, серверная/девелоперская</a:t>
            </a:r>
          </a:p>
        </p:txBody>
      </p:sp>
    </p:spTree>
    <p:extLst>
      <p:ext uri="{BB962C8B-B14F-4D97-AF65-F5344CB8AC3E}">
        <p14:creationId xmlns:p14="http://schemas.microsoft.com/office/powerpoint/2010/main" val="800973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D1C0A-6F8A-8B64-BF32-82DEAFCF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Ubuntu Server, Docker и синтез речи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7C2CDB-4942-C73C-3001-7FCC1C575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Установлена Ubuntu Server 22.04 LTS (минимальная конфигурация)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Из-за недоступности основного архива прописаны зеркала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yandex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selectel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Установлен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Docker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Docker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Compose</a:t>
            </a:r>
            <a:endParaRPr lang="ru-RU" b="0" i="0" dirty="0">
              <a:solidFill>
                <a:srgbClr val="0F111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Развёрнут API-шлюз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Fusio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в контейнере, проверен через веб-интерфейс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Установлен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Piper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TTS с русской голосовой моделью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Реализован HTTP API на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Flask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для синтеза речи, успешно получен WAV-файл по тестовому запросу</a:t>
            </a: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02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2ECD3-CC96-E24C-3825-D74B9B25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Open Server Panel и WordPress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D554E4-5041-81B9-0077-E38ABDAF0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На хост-машине установлен Open Server (Apache, PHP, MySQL)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Развёрнут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WordPress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создана БД, администратор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admin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тема, структура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Созданы страницы: Главная, Новости, Абитуриентам, Студентам, Контакты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Настроены плагин вывода новостей, тестовые записи, виджеты боковой панели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Файлы сайта (тема, настройки, экспорт базы) и скриншоты загружены в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endParaRPr lang="ru-RU" b="0" i="0" dirty="0">
              <a:solidFill>
                <a:srgbClr val="0F111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411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44C94-58AB-D13A-D7BA-5993DFCD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Итоги практики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B2C97F-4770-7089-8783-703E70FDE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Работа с системами виртуализации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VirtualBox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Установка и базовая настройка ОС семейств Linux (Ubuntu, РЕД ОС) и Windows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Администрирование серверных систем (Ubuntu Server,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openmediavault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и веб-сервисов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Docker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WordPress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Установка, активация и доработка конфигураций 1С:Предприятие, модульное тестирование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Управление исходным кодом и конфигурациями через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работа с удалёнными репозиториями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Создание документации (руководства, блок-схемы, сравнительные таблицы)</a:t>
            </a:r>
            <a:br>
              <a:rPr lang="ru-RU" b="0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b="1" i="0" dirty="0">
                <a:solidFill>
                  <a:srgbClr val="0F11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Все задачи выполнены в полном объёме и в установленные сроки.</a:t>
            </a:r>
            <a:endParaRPr lang="ru-RU" b="0" i="0" dirty="0">
              <a:solidFill>
                <a:srgbClr val="0F111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9367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6</TotalTime>
  <Words>663</Words>
  <Application>Microsoft Office PowerPoint</Application>
  <PresentationFormat>Широкоэкранный</PresentationFormat>
  <Paragraphs>67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Cambria</vt:lpstr>
      <vt:lpstr>Courier New</vt:lpstr>
      <vt:lpstr>Rockwell</vt:lpstr>
      <vt:lpstr>Rockwell Condensed</vt:lpstr>
      <vt:lpstr>Wingdings</vt:lpstr>
      <vt:lpstr>Дерево</vt:lpstr>
      <vt:lpstr>ПМ.04 Сопровождение и обслуживание программного обеспечения компьютерных</vt:lpstr>
      <vt:lpstr>Цели практики и инструментарий</vt:lpstr>
      <vt:lpstr>Создание виртуальной машины и ОС Ubuntu 22.04</vt:lpstr>
      <vt:lpstr>Установка отечественной ОС и средств разработки</vt:lpstr>
      <vt:lpstr>Платформа 1С:Предприятие и лицензия</vt:lpstr>
      <vt:lpstr>Управление версиями и доработка модуля</vt:lpstr>
      <vt:lpstr>Документирование и Openmediavault</vt:lpstr>
      <vt:lpstr>Ubuntu Server, Docker и синтез речи</vt:lpstr>
      <vt:lpstr>Open Server Panel и WordPress</vt:lpstr>
      <vt:lpstr>Итоги практики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silence quiescence</dc:creator>
  <cp:lastModifiedBy>silence quiescence</cp:lastModifiedBy>
  <cp:revision>2</cp:revision>
  <dcterms:created xsi:type="dcterms:W3CDTF">2026-05-04T11:57:58Z</dcterms:created>
  <dcterms:modified xsi:type="dcterms:W3CDTF">2026-05-04T12:04:17Z</dcterms:modified>
</cp:coreProperties>
</file>